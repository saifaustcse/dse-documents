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
      <p:font typeface="Lobster"/>
      <p:regular r:id="rId22"/>
    </p:embeddedFont>
    <p:embeddedFont>
      <p:font typeface="Maven Pro"/>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5" roundtripDataSignature="AMtx7miUHFWtq4g1BMI0O8FDuNlgLfLF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22" Type="http://schemas.openxmlformats.org/officeDocument/2006/relationships/font" Target="fonts/Lobster-regular.fntdata"/><Relationship Id="rId21" Type="http://schemas.openxmlformats.org/officeDocument/2006/relationships/font" Target="fonts/Nunito-boldItalic.fntdata"/><Relationship Id="rId24" Type="http://schemas.openxmlformats.org/officeDocument/2006/relationships/font" Target="fonts/MavenPro-bold.fntdata"/><Relationship Id="rId23" Type="http://schemas.openxmlformats.org/officeDocument/2006/relationships/font" Target="fonts/MavenPr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Nunito-bold.fntdata"/><Relationship Id="rId18" Type="http://schemas.openxmlformats.org/officeDocument/2006/relationships/font" Target="fonts/Nuni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g26f7510a35b_1_4"/>
          <p:cNvGrpSpPr/>
          <p:nvPr/>
        </p:nvGrpSpPr>
        <p:grpSpPr>
          <a:xfrm>
            <a:off x="7343003" y="3409675"/>
            <a:ext cx="1691422" cy="1732548"/>
            <a:chOff x="7343003" y="3409675"/>
            <a:chExt cx="1691422" cy="1732548"/>
          </a:xfrm>
        </p:grpSpPr>
        <p:grpSp>
          <p:nvGrpSpPr>
            <p:cNvPr id="11" name="Google Shape;11;g26f7510a35b_1_4"/>
            <p:cNvGrpSpPr/>
            <p:nvPr/>
          </p:nvGrpSpPr>
          <p:grpSpPr>
            <a:xfrm>
              <a:off x="7343003" y="4453711"/>
              <a:ext cx="316800" cy="688513"/>
              <a:chOff x="7343003" y="4453711"/>
              <a:chExt cx="316800" cy="688513"/>
            </a:xfrm>
          </p:grpSpPr>
          <p:sp>
            <p:nvSpPr>
              <p:cNvPr id="12" name="Google Shape;12;g26f7510a35b_1_4"/>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g26f7510a35b_1_4"/>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g26f7510a35b_1_4"/>
            <p:cNvGrpSpPr/>
            <p:nvPr/>
          </p:nvGrpSpPr>
          <p:grpSpPr>
            <a:xfrm>
              <a:off x="7801210" y="4105700"/>
              <a:ext cx="316800" cy="1036523"/>
              <a:chOff x="7801210" y="4105700"/>
              <a:chExt cx="316800" cy="1036523"/>
            </a:xfrm>
          </p:grpSpPr>
          <p:sp>
            <p:nvSpPr>
              <p:cNvPr id="15" name="Google Shape;15;g26f7510a35b_1_4"/>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g26f7510a35b_1_4"/>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g26f7510a35b_1_4"/>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g26f7510a35b_1_4"/>
            <p:cNvGrpSpPr/>
            <p:nvPr/>
          </p:nvGrpSpPr>
          <p:grpSpPr>
            <a:xfrm>
              <a:off x="8259418" y="3757688"/>
              <a:ext cx="316800" cy="1384535"/>
              <a:chOff x="8259418" y="3757688"/>
              <a:chExt cx="316800" cy="1384535"/>
            </a:xfrm>
          </p:grpSpPr>
          <p:sp>
            <p:nvSpPr>
              <p:cNvPr id="19" name="Google Shape;19;g26f7510a35b_1_4"/>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g26f7510a35b_1_4"/>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g26f7510a35b_1_4"/>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g26f7510a35b_1_4"/>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g26f7510a35b_1_4"/>
            <p:cNvGrpSpPr/>
            <p:nvPr/>
          </p:nvGrpSpPr>
          <p:grpSpPr>
            <a:xfrm>
              <a:off x="8717625" y="3409675"/>
              <a:ext cx="316800" cy="1732548"/>
              <a:chOff x="8717625" y="3409675"/>
              <a:chExt cx="316800" cy="1732548"/>
            </a:xfrm>
          </p:grpSpPr>
          <p:sp>
            <p:nvSpPr>
              <p:cNvPr id="24" name="Google Shape;24;g26f7510a35b_1_4"/>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g26f7510a35b_1_4"/>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g26f7510a35b_1_4"/>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26f7510a35b_1_4"/>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g26f7510a35b_1_4"/>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g26f7510a35b_1_4"/>
          <p:cNvGrpSpPr/>
          <p:nvPr/>
        </p:nvGrpSpPr>
        <p:grpSpPr>
          <a:xfrm>
            <a:off x="5043503" y="0"/>
            <a:ext cx="3814072" cy="3839102"/>
            <a:chOff x="5043503" y="0"/>
            <a:chExt cx="3814072" cy="3839102"/>
          </a:xfrm>
        </p:grpSpPr>
        <p:sp>
          <p:nvSpPr>
            <p:cNvPr id="30" name="Google Shape;30;g26f7510a35b_1_4"/>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g26f7510a35b_1_4"/>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g26f7510a35b_1_4"/>
            <p:cNvGrpSpPr/>
            <p:nvPr/>
          </p:nvGrpSpPr>
          <p:grpSpPr>
            <a:xfrm>
              <a:off x="7647812" y="2704283"/>
              <a:ext cx="635219" cy="635219"/>
              <a:chOff x="6725724" y="2701260"/>
              <a:chExt cx="1208101" cy="1208100"/>
            </a:xfrm>
          </p:grpSpPr>
          <p:sp>
            <p:nvSpPr>
              <p:cNvPr id="33" name="Google Shape;33;g26f7510a35b_1_4"/>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g26f7510a35b_1_4"/>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26f7510a35b_1_4"/>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g26f7510a35b_1_4"/>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g26f7510a35b_1_4"/>
            <p:cNvGrpSpPr/>
            <p:nvPr/>
          </p:nvGrpSpPr>
          <p:grpSpPr>
            <a:xfrm>
              <a:off x="7952720" y="179238"/>
              <a:ext cx="873165" cy="873003"/>
              <a:chOff x="7754428" y="208725"/>
              <a:chExt cx="541800" cy="541800"/>
            </a:xfrm>
          </p:grpSpPr>
          <p:sp>
            <p:nvSpPr>
              <p:cNvPr id="38" name="Google Shape;38;g26f7510a35b_1_4"/>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g26f7510a35b_1_4"/>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g26f7510a35b_1_4"/>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g26f7510a35b_1_4"/>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g26f7510a35b_1_4"/>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g26f7510a35b_1_4"/>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26f7510a35b_1_4"/>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g26f7510a35b_1_4"/>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g26f7510a35b_1_4"/>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g26f7510a35b_1_4"/>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g26f7510a35b_1_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g26f7510a35b_1_44"/>
          <p:cNvGrpSpPr/>
          <p:nvPr/>
        </p:nvGrpSpPr>
        <p:grpSpPr>
          <a:xfrm>
            <a:off x="146769" y="3406"/>
            <a:ext cx="1233215" cy="1384535"/>
            <a:chOff x="146769" y="3406"/>
            <a:chExt cx="1233215" cy="1384535"/>
          </a:xfrm>
        </p:grpSpPr>
        <p:grpSp>
          <p:nvGrpSpPr>
            <p:cNvPr id="51" name="Google Shape;51;g26f7510a35b_1_44"/>
            <p:cNvGrpSpPr/>
            <p:nvPr/>
          </p:nvGrpSpPr>
          <p:grpSpPr>
            <a:xfrm>
              <a:off x="1063183" y="3406"/>
              <a:ext cx="316800" cy="688513"/>
              <a:chOff x="1063183" y="3406"/>
              <a:chExt cx="316800" cy="688513"/>
            </a:xfrm>
          </p:grpSpPr>
          <p:sp>
            <p:nvSpPr>
              <p:cNvPr id="52" name="Google Shape;52;g26f7510a35b_1_44"/>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g26f7510a35b_1_44"/>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g26f7510a35b_1_44"/>
            <p:cNvGrpSpPr/>
            <p:nvPr/>
          </p:nvGrpSpPr>
          <p:grpSpPr>
            <a:xfrm>
              <a:off x="604976" y="3406"/>
              <a:ext cx="316800" cy="1036524"/>
              <a:chOff x="604976" y="3406"/>
              <a:chExt cx="316800" cy="1036524"/>
            </a:xfrm>
          </p:grpSpPr>
          <p:sp>
            <p:nvSpPr>
              <p:cNvPr id="55" name="Google Shape;55;g26f7510a35b_1_44"/>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g26f7510a35b_1_44"/>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g26f7510a35b_1_44"/>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g26f7510a35b_1_44"/>
            <p:cNvGrpSpPr/>
            <p:nvPr/>
          </p:nvGrpSpPr>
          <p:grpSpPr>
            <a:xfrm>
              <a:off x="146769" y="3406"/>
              <a:ext cx="316800" cy="1384535"/>
              <a:chOff x="146769" y="3406"/>
              <a:chExt cx="316800" cy="1384535"/>
            </a:xfrm>
          </p:grpSpPr>
          <p:sp>
            <p:nvSpPr>
              <p:cNvPr id="59" name="Google Shape;59;g26f7510a35b_1_44"/>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g26f7510a35b_1_44"/>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g26f7510a35b_1_44"/>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g26f7510a35b_1_44"/>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g26f7510a35b_1_44"/>
          <p:cNvGrpSpPr/>
          <p:nvPr/>
        </p:nvGrpSpPr>
        <p:grpSpPr>
          <a:xfrm>
            <a:off x="6775084" y="2904008"/>
            <a:ext cx="2186148" cy="2239500"/>
            <a:chOff x="6775084" y="2904008"/>
            <a:chExt cx="2186148" cy="2239500"/>
          </a:xfrm>
        </p:grpSpPr>
        <p:grpSp>
          <p:nvGrpSpPr>
            <p:cNvPr id="64" name="Google Shape;64;g26f7510a35b_1_44"/>
            <p:cNvGrpSpPr/>
            <p:nvPr/>
          </p:nvGrpSpPr>
          <p:grpSpPr>
            <a:xfrm>
              <a:off x="6775084" y="4253708"/>
              <a:ext cx="409500" cy="889800"/>
              <a:chOff x="6775084" y="4253708"/>
              <a:chExt cx="409500" cy="889800"/>
            </a:xfrm>
          </p:grpSpPr>
          <p:sp>
            <p:nvSpPr>
              <p:cNvPr id="65" name="Google Shape;65;g26f7510a35b_1_44"/>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g26f7510a35b_1_44"/>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g26f7510a35b_1_44"/>
            <p:cNvGrpSpPr/>
            <p:nvPr/>
          </p:nvGrpSpPr>
          <p:grpSpPr>
            <a:xfrm>
              <a:off x="7367299" y="3804008"/>
              <a:ext cx="409500" cy="1339500"/>
              <a:chOff x="7367299" y="3804008"/>
              <a:chExt cx="409500" cy="1339500"/>
            </a:xfrm>
          </p:grpSpPr>
          <p:sp>
            <p:nvSpPr>
              <p:cNvPr id="68" name="Google Shape;68;g26f7510a35b_1_44"/>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26f7510a35b_1_44"/>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g26f7510a35b_1_44"/>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g26f7510a35b_1_44"/>
            <p:cNvGrpSpPr/>
            <p:nvPr/>
          </p:nvGrpSpPr>
          <p:grpSpPr>
            <a:xfrm>
              <a:off x="7959516" y="3354008"/>
              <a:ext cx="409500" cy="1789500"/>
              <a:chOff x="7959516" y="3354008"/>
              <a:chExt cx="409500" cy="1789500"/>
            </a:xfrm>
          </p:grpSpPr>
          <p:sp>
            <p:nvSpPr>
              <p:cNvPr id="72" name="Google Shape;72;g26f7510a35b_1_44"/>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26f7510a35b_1_44"/>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g26f7510a35b_1_44"/>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26f7510a35b_1_44"/>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g26f7510a35b_1_44"/>
            <p:cNvGrpSpPr/>
            <p:nvPr/>
          </p:nvGrpSpPr>
          <p:grpSpPr>
            <a:xfrm>
              <a:off x="8551731" y="2904008"/>
              <a:ext cx="409500" cy="2239500"/>
              <a:chOff x="8551731" y="2904008"/>
              <a:chExt cx="409500" cy="2239500"/>
            </a:xfrm>
          </p:grpSpPr>
          <p:sp>
            <p:nvSpPr>
              <p:cNvPr id="77" name="Google Shape;77;g26f7510a35b_1_44"/>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26f7510a35b_1_44"/>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26f7510a35b_1_44"/>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26f7510a35b_1_44"/>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26f7510a35b_1_44"/>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g26f7510a35b_1_44"/>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g26f7510a35b_1_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g26f7510a35b_1_79"/>
          <p:cNvGrpSpPr/>
          <p:nvPr/>
        </p:nvGrpSpPr>
        <p:grpSpPr>
          <a:xfrm>
            <a:off x="625966" y="299376"/>
            <a:ext cx="999312" cy="999312"/>
            <a:chOff x="348199" y="179450"/>
            <a:chExt cx="1116300" cy="1116300"/>
          </a:xfrm>
        </p:grpSpPr>
        <p:sp>
          <p:nvSpPr>
            <p:cNvPr id="86" name="Google Shape;86;g26f7510a35b_1_7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26f7510a35b_1_7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g26f7510a35b_1_7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g26f7510a35b_1_7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g26f7510a35b_1_7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g26f7510a35b_1_86"/>
          <p:cNvGrpSpPr/>
          <p:nvPr/>
        </p:nvGrpSpPr>
        <p:grpSpPr>
          <a:xfrm>
            <a:off x="625966" y="299376"/>
            <a:ext cx="999312" cy="999312"/>
            <a:chOff x="348199" y="179450"/>
            <a:chExt cx="1116300" cy="1116300"/>
          </a:xfrm>
        </p:grpSpPr>
        <p:sp>
          <p:nvSpPr>
            <p:cNvPr id="93" name="Google Shape;93;g26f7510a35b_1_8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26f7510a35b_1_8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g26f7510a35b_1_8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g26f7510a35b_1_86"/>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g26f7510a35b_1_86"/>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g26f7510a35b_1_8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g26f7510a35b_1_94"/>
          <p:cNvGrpSpPr/>
          <p:nvPr/>
        </p:nvGrpSpPr>
        <p:grpSpPr>
          <a:xfrm>
            <a:off x="625966" y="299376"/>
            <a:ext cx="999312" cy="999312"/>
            <a:chOff x="348199" y="179450"/>
            <a:chExt cx="1116300" cy="1116300"/>
          </a:xfrm>
        </p:grpSpPr>
        <p:sp>
          <p:nvSpPr>
            <p:cNvPr id="101" name="Google Shape;101;g26f7510a35b_1_9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26f7510a35b_1_9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g26f7510a35b_1_9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g26f7510a35b_1_9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g26f7510a35b_1_100"/>
          <p:cNvGrpSpPr/>
          <p:nvPr/>
        </p:nvGrpSpPr>
        <p:grpSpPr>
          <a:xfrm>
            <a:off x="625966" y="299376"/>
            <a:ext cx="999312" cy="999312"/>
            <a:chOff x="348199" y="179450"/>
            <a:chExt cx="1116300" cy="1116300"/>
          </a:xfrm>
        </p:grpSpPr>
        <p:sp>
          <p:nvSpPr>
            <p:cNvPr id="107" name="Google Shape;107;g26f7510a35b_1_10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26f7510a35b_1_10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g26f7510a35b_1_100"/>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g26f7510a35b_1_100"/>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g26f7510a35b_1_10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g26f7510a35b_1_107"/>
          <p:cNvGrpSpPr/>
          <p:nvPr/>
        </p:nvGrpSpPr>
        <p:grpSpPr>
          <a:xfrm>
            <a:off x="6866714" y="1306"/>
            <a:ext cx="2267451" cy="2601690"/>
            <a:chOff x="6790514" y="1306"/>
            <a:chExt cx="2267451" cy="2601690"/>
          </a:xfrm>
        </p:grpSpPr>
        <p:grpSp>
          <p:nvGrpSpPr>
            <p:cNvPr id="114" name="Google Shape;114;g26f7510a35b_1_107"/>
            <p:cNvGrpSpPr/>
            <p:nvPr/>
          </p:nvGrpSpPr>
          <p:grpSpPr>
            <a:xfrm>
              <a:off x="7067465" y="1306"/>
              <a:ext cx="1990500" cy="1990200"/>
              <a:chOff x="7067465" y="1306"/>
              <a:chExt cx="1990500" cy="1990200"/>
            </a:xfrm>
          </p:grpSpPr>
          <p:sp>
            <p:nvSpPr>
              <p:cNvPr id="115" name="Google Shape;115;g26f7510a35b_1_107"/>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26f7510a35b_1_107"/>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26f7510a35b_1_107"/>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g26f7510a35b_1_107"/>
            <p:cNvGrpSpPr/>
            <p:nvPr/>
          </p:nvGrpSpPr>
          <p:grpSpPr>
            <a:xfrm>
              <a:off x="8207126" y="1807996"/>
              <a:ext cx="795000" cy="795000"/>
              <a:chOff x="8207126" y="1807996"/>
              <a:chExt cx="795000" cy="795000"/>
            </a:xfrm>
          </p:grpSpPr>
          <p:sp>
            <p:nvSpPr>
              <p:cNvPr id="119" name="Google Shape;119;g26f7510a35b_1_107"/>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26f7510a35b_1_107"/>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26f7510a35b_1_107"/>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g26f7510a35b_1_107"/>
            <p:cNvGrpSpPr/>
            <p:nvPr/>
          </p:nvGrpSpPr>
          <p:grpSpPr>
            <a:xfrm>
              <a:off x="6790514" y="118857"/>
              <a:ext cx="548700" cy="548700"/>
              <a:chOff x="6790514" y="118857"/>
              <a:chExt cx="548700" cy="548700"/>
            </a:xfrm>
          </p:grpSpPr>
          <p:sp>
            <p:nvSpPr>
              <p:cNvPr id="123" name="Google Shape;123;g26f7510a35b_1_107"/>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26f7510a35b_1_107"/>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g26f7510a35b_1_107"/>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g26f7510a35b_1_10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g26f7510a35b_1_122"/>
          <p:cNvGrpSpPr/>
          <p:nvPr/>
        </p:nvGrpSpPr>
        <p:grpSpPr>
          <a:xfrm>
            <a:off x="625966" y="299376"/>
            <a:ext cx="999312" cy="999312"/>
            <a:chOff x="348199" y="179450"/>
            <a:chExt cx="1116300" cy="1116300"/>
          </a:xfrm>
        </p:grpSpPr>
        <p:sp>
          <p:nvSpPr>
            <p:cNvPr id="129" name="Google Shape;129;g26f7510a35b_1_122"/>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26f7510a35b_1_122"/>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g26f7510a35b_1_122"/>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g26f7510a35b_1_122"/>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g26f7510a35b_1_122"/>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g26f7510a35b_1_1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g26f7510a35b_1_130"/>
          <p:cNvGrpSpPr/>
          <p:nvPr/>
        </p:nvGrpSpPr>
        <p:grpSpPr>
          <a:xfrm>
            <a:off x="713373" y="3847119"/>
            <a:ext cx="825392" cy="825392"/>
            <a:chOff x="348199" y="179450"/>
            <a:chExt cx="1116300" cy="1116300"/>
          </a:xfrm>
        </p:grpSpPr>
        <p:sp>
          <p:nvSpPr>
            <p:cNvPr id="137" name="Google Shape;137;g26f7510a35b_1_13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26f7510a35b_1_13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g26f7510a35b_1_13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g26f7510a35b_1_1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g26f7510a35b_1_136"/>
          <p:cNvGrpSpPr/>
          <p:nvPr/>
        </p:nvGrpSpPr>
        <p:grpSpPr>
          <a:xfrm>
            <a:off x="52" y="4099200"/>
            <a:ext cx="9144036" cy="1044300"/>
            <a:chOff x="52" y="4099200"/>
            <a:chExt cx="9144036" cy="1044300"/>
          </a:xfrm>
        </p:grpSpPr>
        <p:grpSp>
          <p:nvGrpSpPr>
            <p:cNvPr id="143" name="Google Shape;143;g26f7510a35b_1_136"/>
            <p:cNvGrpSpPr/>
            <p:nvPr/>
          </p:nvGrpSpPr>
          <p:grpSpPr>
            <a:xfrm>
              <a:off x="52" y="4309200"/>
              <a:ext cx="231622" cy="834300"/>
              <a:chOff x="2688737" y="4301380"/>
              <a:chExt cx="231900" cy="834300"/>
            </a:xfrm>
          </p:grpSpPr>
          <p:sp>
            <p:nvSpPr>
              <p:cNvPr id="144" name="Google Shape;144;g26f7510a35b_1_136"/>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26f7510a35b_1_136"/>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26f7510a35b_1_136"/>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26f7510a35b_1_136"/>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g26f7510a35b_1_136"/>
            <p:cNvGrpSpPr/>
            <p:nvPr/>
          </p:nvGrpSpPr>
          <p:grpSpPr>
            <a:xfrm>
              <a:off x="371406" y="4099200"/>
              <a:ext cx="231622" cy="1044300"/>
              <a:chOff x="2688737" y="4091380"/>
              <a:chExt cx="231900" cy="1044300"/>
            </a:xfrm>
          </p:grpSpPr>
          <p:sp>
            <p:nvSpPr>
              <p:cNvPr id="149" name="Google Shape;149;g26f7510a35b_1_136"/>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26f7510a35b_1_136"/>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26f7510a35b_1_136"/>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26f7510a35b_1_136"/>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26f7510a35b_1_136"/>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g26f7510a35b_1_136"/>
            <p:cNvGrpSpPr/>
            <p:nvPr/>
          </p:nvGrpSpPr>
          <p:grpSpPr>
            <a:xfrm>
              <a:off x="742761" y="4309200"/>
              <a:ext cx="231622" cy="834300"/>
              <a:chOff x="2688737" y="4301380"/>
              <a:chExt cx="231900" cy="834300"/>
            </a:xfrm>
          </p:grpSpPr>
          <p:sp>
            <p:nvSpPr>
              <p:cNvPr id="155" name="Google Shape;155;g26f7510a35b_1_136"/>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26f7510a35b_1_136"/>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26f7510a35b_1_136"/>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26f7510a35b_1_136"/>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g26f7510a35b_1_136"/>
            <p:cNvGrpSpPr/>
            <p:nvPr/>
          </p:nvGrpSpPr>
          <p:grpSpPr>
            <a:xfrm>
              <a:off x="1114115" y="4518900"/>
              <a:ext cx="231622" cy="624600"/>
              <a:chOff x="2688737" y="4511080"/>
              <a:chExt cx="231900" cy="624600"/>
            </a:xfrm>
          </p:grpSpPr>
          <p:sp>
            <p:nvSpPr>
              <p:cNvPr id="160" name="Google Shape;160;g26f7510a35b_1_136"/>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26f7510a35b_1_136"/>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26f7510a35b_1_136"/>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g26f7510a35b_1_136"/>
            <p:cNvGrpSpPr/>
            <p:nvPr/>
          </p:nvGrpSpPr>
          <p:grpSpPr>
            <a:xfrm>
              <a:off x="1856753" y="4099200"/>
              <a:ext cx="231600" cy="1044300"/>
              <a:chOff x="1856753" y="4099200"/>
              <a:chExt cx="231600" cy="1044300"/>
            </a:xfrm>
          </p:grpSpPr>
          <p:sp>
            <p:nvSpPr>
              <p:cNvPr id="164" name="Google Shape;164;g26f7510a35b_1_136"/>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26f7510a35b_1_136"/>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26f7510a35b_1_136"/>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26f7510a35b_1_136"/>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26f7510a35b_1_136"/>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g26f7510a35b_1_136"/>
            <p:cNvGrpSpPr/>
            <p:nvPr/>
          </p:nvGrpSpPr>
          <p:grpSpPr>
            <a:xfrm>
              <a:off x="2228107" y="4309200"/>
              <a:ext cx="231600" cy="834300"/>
              <a:chOff x="2228107" y="4309200"/>
              <a:chExt cx="231600" cy="834300"/>
            </a:xfrm>
          </p:grpSpPr>
          <p:sp>
            <p:nvSpPr>
              <p:cNvPr id="170" name="Google Shape;170;g26f7510a35b_1_136"/>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26f7510a35b_1_136"/>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26f7510a35b_1_136"/>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26f7510a35b_1_136"/>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g26f7510a35b_1_136"/>
            <p:cNvGrpSpPr/>
            <p:nvPr/>
          </p:nvGrpSpPr>
          <p:grpSpPr>
            <a:xfrm>
              <a:off x="2599462" y="4518900"/>
              <a:ext cx="231600" cy="624600"/>
              <a:chOff x="2599462" y="4518900"/>
              <a:chExt cx="231600" cy="624600"/>
            </a:xfrm>
          </p:grpSpPr>
          <p:sp>
            <p:nvSpPr>
              <p:cNvPr id="175" name="Google Shape;175;g26f7510a35b_1_136"/>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g26f7510a35b_1_136"/>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26f7510a35b_1_136"/>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g26f7510a35b_1_136"/>
            <p:cNvGrpSpPr/>
            <p:nvPr/>
          </p:nvGrpSpPr>
          <p:grpSpPr>
            <a:xfrm>
              <a:off x="3342171" y="4099200"/>
              <a:ext cx="231600" cy="1044300"/>
              <a:chOff x="3342171" y="4099200"/>
              <a:chExt cx="231600" cy="1044300"/>
            </a:xfrm>
          </p:grpSpPr>
          <p:sp>
            <p:nvSpPr>
              <p:cNvPr id="179" name="Google Shape;179;g26f7510a35b_1_136"/>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26f7510a35b_1_136"/>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26f7510a35b_1_136"/>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26f7510a35b_1_136"/>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26f7510a35b_1_136"/>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g26f7510a35b_1_136"/>
            <p:cNvGrpSpPr/>
            <p:nvPr/>
          </p:nvGrpSpPr>
          <p:grpSpPr>
            <a:xfrm>
              <a:off x="3713525" y="4309200"/>
              <a:ext cx="231600" cy="834300"/>
              <a:chOff x="3713525" y="4309200"/>
              <a:chExt cx="231600" cy="834300"/>
            </a:xfrm>
          </p:grpSpPr>
          <p:sp>
            <p:nvSpPr>
              <p:cNvPr id="185" name="Google Shape;185;g26f7510a35b_1_136"/>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26f7510a35b_1_136"/>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26f7510a35b_1_136"/>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26f7510a35b_1_136"/>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g26f7510a35b_1_136"/>
            <p:cNvGrpSpPr/>
            <p:nvPr/>
          </p:nvGrpSpPr>
          <p:grpSpPr>
            <a:xfrm>
              <a:off x="1485398" y="4309200"/>
              <a:ext cx="231600" cy="834300"/>
              <a:chOff x="1485398" y="4309200"/>
              <a:chExt cx="231600" cy="834300"/>
            </a:xfrm>
          </p:grpSpPr>
          <p:sp>
            <p:nvSpPr>
              <p:cNvPr id="190" name="Google Shape;190;g26f7510a35b_1_136"/>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26f7510a35b_1_136"/>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26f7510a35b_1_136"/>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26f7510a35b_1_136"/>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g26f7510a35b_1_136"/>
            <p:cNvGrpSpPr/>
            <p:nvPr/>
          </p:nvGrpSpPr>
          <p:grpSpPr>
            <a:xfrm>
              <a:off x="4084879" y="4518900"/>
              <a:ext cx="231600" cy="624600"/>
              <a:chOff x="4084879" y="4518900"/>
              <a:chExt cx="231600" cy="624600"/>
            </a:xfrm>
          </p:grpSpPr>
          <p:sp>
            <p:nvSpPr>
              <p:cNvPr id="195" name="Google Shape;195;g26f7510a35b_1_136"/>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26f7510a35b_1_136"/>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26f7510a35b_1_136"/>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g26f7510a35b_1_136"/>
            <p:cNvGrpSpPr/>
            <p:nvPr/>
          </p:nvGrpSpPr>
          <p:grpSpPr>
            <a:xfrm>
              <a:off x="2970816" y="4309200"/>
              <a:ext cx="231600" cy="834300"/>
              <a:chOff x="2970816" y="4309200"/>
              <a:chExt cx="231600" cy="834300"/>
            </a:xfrm>
          </p:grpSpPr>
          <p:sp>
            <p:nvSpPr>
              <p:cNvPr id="199" name="Google Shape;199;g26f7510a35b_1_136"/>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26f7510a35b_1_136"/>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26f7510a35b_1_136"/>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26f7510a35b_1_136"/>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g26f7510a35b_1_136"/>
            <p:cNvGrpSpPr/>
            <p:nvPr/>
          </p:nvGrpSpPr>
          <p:grpSpPr>
            <a:xfrm>
              <a:off x="4456234" y="4309200"/>
              <a:ext cx="231600" cy="834300"/>
              <a:chOff x="4456234" y="4309200"/>
              <a:chExt cx="231600" cy="834300"/>
            </a:xfrm>
          </p:grpSpPr>
          <p:sp>
            <p:nvSpPr>
              <p:cNvPr id="204" name="Google Shape;204;g26f7510a35b_1_136"/>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26f7510a35b_1_136"/>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26f7510a35b_1_136"/>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26f7510a35b_1_136"/>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g26f7510a35b_1_136"/>
            <p:cNvGrpSpPr/>
            <p:nvPr/>
          </p:nvGrpSpPr>
          <p:grpSpPr>
            <a:xfrm>
              <a:off x="4827588" y="4099200"/>
              <a:ext cx="231600" cy="1044300"/>
              <a:chOff x="4827588" y="4099200"/>
              <a:chExt cx="231600" cy="1044300"/>
            </a:xfrm>
          </p:grpSpPr>
          <p:sp>
            <p:nvSpPr>
              <p:cNvPr id="209" name="Google Shape;209;g26f7510a35b_1_136"/>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26f7510a35b_1_136"/>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26f7510a35b_1_136"/>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26f7510a35b_1_136"/>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26f7510a35b_1_136"/>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g26f7510a35b_1_136"/>
            <p:cNvGrpSpPr/>
            <p:nvPr/>
          </p:nvGrpSpPr>
          <p:grpSpPr>
            <a:xfrm>
              <a:off x="5198943" y="4309200"/>
              <a:ext cx="231600" cy="834300"/>
              <a:chOff x="5198943" y="4309200"/>
              <a:chExt cx="231600" cy="834300"/>
            </a:xfrm>
          </p:grpSpPr>
          <p:sp>
            <p:nvSpPr>
              <p:cNvPr id="215" name="Google Shape;215;g26f7510a35b_1_136"/>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26f7510a35b_1_136"/>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26f7510a35b_1_136"/>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26f7510a35b_1_136"/>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g26f7510a35b_1_136"/>
            <p:cNvGrpSpPr/>
            <p:nvPr/>
          </p:nvGrpSpPr>
          <p:grpSpPr>
            <a:xfrm>
              <a:off x="5570297" y="4518900"/>
              <a:ext cx="231600" cy="624600"/>
              <a:chOff x="5570297" y="4518900"/>
              <a:chExt cx="231600" cy="624600"/>
            </a:xfrm>
          </p:grpSpPr>
          <p:sp>
            <p:nvSpPr>
              <p:cNvPr id="220" name="Google Shape;220;g26f7510a35b_1_136"/>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26f7510a35b_1_136"/>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26f7510a35b_1_136"/>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g26f7510a35b_1_136"/>
            <p:cNvGrpSpPr/>
            <p:nvPr/>
          </p:nvGrpSpPr>
          <p:grpSpPr>
            <a:xfrm>
              <a:off x="5941652" y="4309200"/>
              <a:ext cx="231600" cy="834300"/>
              <a:chOff x="5941652" y="4309200"/>
              <a:chExt cx="231600" cy="834300"/>
            </a:xfrm>
          </p:grpSpPr>
          <p:sp>
            <p:nvSpPr>
              <p:cNvPr id="224" name="Google Shape;224;g26f7510a35b_1_136"/>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26f7510a35b_1_136"/>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26f7510a35b_1_136"/>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26f7510a35b_1_136"/>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g26f7510a35b_1_136"/>
            <p:cNvGrpSpPr/>
            <p:nvPr/>
          </p:nvGrpSpPr>
          <p:grpSpPr>
            <a:xfrm>
              <a:off x="6313006" y="4099200"/>
              <a:ext cx="231600" cy="1044300"/>
              <a:chOff x="6313006" y="4099200"/>
              <a:chExt cx="231600" cy="1044300"/>
            </a:xfrm>
          </p:grpSpPr>
          <p:sp>
            <p:nvSpPr>
              <p:cNvPr id="229" name="Google Shape;229;g26f7510a35b_1_136"/>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26f7510a35b_1_136"/>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26f7510a35b_1_136"/>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26f7510a35b_1_136"/>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26f7510a35b_1_136"/>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g26f7510a35b_1_136"/>
            <p:cNvGrpSpPr/>
            <p:nvPr/>
          </p:nvGrpSpPr>
          <p:grpSpPr>
            <a:xfrm>
              <a:off x="6684361" y="4309200"/>
              <a:ext cx="231600" cy="834300"/>
              <a:chOff x="6684361" y="4309200"/>
              <a:chExt cx="231600" cy="834300"/>
            </a:xfrm>
          </p:grpSpPr>
          <p:sp>
            <p:nvSpPr>
              <p:cNvPr id="235" name="Google Shape;235;g26f7510a35b_1_136"/>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26f7510a35b_1_136"/>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26f7510a35b_1_136"/>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26f7510a35b_1_136"/>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g26f7510a35b_1_136"/>
            <p:cNvGrpSpPr/>
            <p:nvPr/>
          </p:nvGrpSpPr>
          <p:grpSpPr>
            <a:xfrm>
              <a:off x="7055715" y="4518900"/>
              <a:ext cx="231600" cy="624600"/>
              <a:chOff x="7055715" y="4518900"/>
              <a:chExt cx="231600" cy="624600"/>
            </a:xfrm>
          </p:grpSpPr>
          <p:sp>
            <p:nvSpPr>
              <p:cNvPr id="240" name="Google Shape;240;g26f7510a35b_1_136"/>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26f7510a35b_1_136"/>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26f7510a35b_1_136"/>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g26f7510a35b_1_136"/>
            <p:cNvGrpSpPr/>
            <p:nvPr/>
          </p:nvGrpSpPr>
          <p:grpSpPr>
            <a:xfrm>
              <a:off x="7798424" y="4099200"/>
              <a:ext cx="231600" cy="1044300"/>
              <a:chOff x="7798424" y="4099200"/>
              <a:chExt cx="231600" cy="1044300"/>
            </a:xfrm>
          </p:grpSpPr>
          <p:sp>
            <p:nvSpPr>
              <p:cNvPr id="244" name="Google Shape;244;g26f7510a35b_1_136"/>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26f7510a35b_1_136"/>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26f7510a35b_1_136"/>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26f7510a35b_1_136"/>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26f7510a35b_1_136"/>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g26f7510a35b_1_136"/>
            <p:cNvGrpSpPr/>
            <p:nvPr/>
          </p:nvGrpSpPr>
          <p:grpSpPr>
            <a:xfrm>
              <a:off x="8169779" y="4309200"/>
              <a:ext cx="231600" cy="834300"/>
              <a:chOff x="8169779" y="4309200"/>
              <a:chExt cx="231600" cy="834300"/>
            </a:xfrm>
          </p:grpSpPr>
          <p:sp>
            <p:nvSpPr>
              <p:cNvPr id="250" name="Google Shape;250;g26f7510a35b_1_136"/>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26f7510a35b_1_136"/>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26f7510a35b_1_136"/>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26f7510a35b_1_136"/>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g26f7510a35b_1_136"/>
            <p:cNvGrpSpPr/>
            <p:nvPr/>
          </p:nvGrpSpPr>
          <p:grpSpPr>
            <a:xfrm>
              <a:off x="7427070" y="4309200"/>
              <a:ext cx="231600" cy="834300"/>
              <a:chOff x="7427070" y="4309200"/>
              <a:chExt cx="231600" cy="834300"/>
            </a:xfrm>
          </p:grpSpPr>
          <p:sp>
            <p:nvSpPr>
              <p:cNvPr id="255" name="Google Shape;255;g26f7510a35b_1_136"/>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26f7510a35b_1_136"/>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26f7510a35b_1_136"/>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26f7510a35b_1_136"/>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g26f7510a35b_1_136"/>
            <p:cNvGrpSpPr/>
            <p:nvPr/>
          </p:nvGrpSpPr>
          <p:grpSpPr>
            <a:xfrm>
              <a:off x="8541133" y="4518900"/>
              <a:ext cx="231600" cy="624600"/>
              <a:chOff x="8541133" y="4518900"/>
              <a:chExt cx="231600" cy="624600"/>
            </a:xfrm>
          </p:grpSpPr>
          <p:sp>
            <p:nvSpPr>
              <p:cNvPr id="260" name="Google Shape;260;g26f7510a35b_1_136"/>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26f7510a35b_1_136"/>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26f7510a35b_1_136"/>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g26f7510a35b_1_136"/>
            <p:cNvGrpSpPr/>
            <p:nvPr/>
          </p:nvGrpSpPr>
          <p:grpSpPr>
            <a:xfrm>
              <a:off x="8912488" y="4309200"/>
              <a:ext cx="231600" cy="834300"/>
              <a:chOff x="8912488" y="4309200"/>
              <a:chExt cx="231600" cy="834300"/>
            </a:xfrm>
          </p:grpSpPr>
          <p:sp>
            <p:nvSpPr>
              <p:cNvPr id="264" name="Google Shape;264;g26f7510a35b_1_136"/>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26f7510a35b_1_136"/>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26f7510a35b_1_136"/>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26f7510a35b_1_136"/>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g26f7510a35b_1_136"/>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g26f7510a35b_1_136"/>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g26f7510a35b_1_1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g26f7510a35b_1_26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g26f7510a35b_1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g26f7510a35b_1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g26f7510a35b_1_0"/>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
          <p:cNvSpPr txBox="1"/>
          <p:nvPr>
            <p:ph type="ctrTitle"/>
          </p:nvPr>
        </p:nvSpPr>
        <p:spPr>
          <a:xfrm>
            <a:off x="824000" y="1613813"/>
            <a:ext cx="4255500" cy="18729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latin typeface="Lobster"/>
                <a:ea typeface="Lobster"/>
                <a:cs typeface="Lobster"/>
                <a:sym typeface="Lobster"/>
              </a:rPr>
              <a:t>TREC Management System</a:t>
            </a:r>
            <a:endParaRPr>
              <a:latin typeface="Lobster"/>
              <a:ea typeface="Lobster"/>
              <a:cs typeface="Lobster"/>
              <a:sym typeface="Lobster"/>
            </a:endParaRPr>
          </a:p>
        </p:txBody>
      </p:sp>
      <p:sp>
        <p:nvSpPr>
          <p:cNvPr id="278" name="Google Shape;278;p1"/>
          <p:cNvSpPr txBox="1"/>
          <p:nvPr>
            <p:ph idx="1" type="subTitle"/>
          </p:nvPr>
        </p:nvSpPr>
        <p:spPr>
          <a:xfrm>
            <a:off x="824000" y="3596300"/>
            <a:ext cx="4255500" cy="695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7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latin typeface="Lobster"/>
                <a:ea typeface="Lobster"/>
                <a:cs typeface="Lobster"/>
                <a:sym typeface="Lobster"/>
              </a:rPr>
              <a:t>Introduction</a:t>
            </a:r>
            <a:endParaRPr>
              <a:latin typeface="Lobster"/>
              <a:ea typeface="Lobster"/>
              <a:cs typeface="Lobster"/>
              <a:sym typeface="Lobster"/>
            </a:endParaRPr>
          </a:p>
        </p:txBody>
      </p:sp>
      <p:sp>
        <p:nvSpPr>
          <p:cNvPr id="284" name="Google Shape;284;p2"/>
          <p:cNvSpPr txBox="1"/>
          <p:nvPr>
            <p:ph idx="1" type="body"/>
          </p:nvPr>
        </p:nvSpPr>
        <p:spPr>
          <a:xfrm>
            <a:off x="1303800" y="1597875"/>
            <a:ext cx="7030500" cy="2933700"/>
          </a:xfrm>
          <a:prstGeom prst="rect">
            <a:avLst/>
          </a:prstGeom>
          <a:noFill/>
          <a:ln>
            <a:noFill/>
          </a:ln>
        </p:spPr>
        <p:txBody>
          <a:bodyPr anchorCtr="0" anchor="t" bIns="91425" lIns="91425" spcFirstLastPara="1" rIns="91425" wrap="square" tIns="91425">
            <a:normAutofit/>
          </a:bodyPr>
          <a:lstStyle/>
          <a:p>
            <a:pPr indent="0" lvl="0" marL="457200" rtl="0" algn="l">
              <a:lnSpc>
                <a:spcPct val="100000"/>
              </a:lnSpc>
              <a:spcBef>
                <a:spcPts val="0"/>
              </a:spcBef>
              <a:spcAft>
                <a:spcPts val="600"/>
              </a:spcAft>
              <a:buSzPts val="1800"/>
              <a:buNone/>
            </a:pPr>
            <a:r>
              <a:rPr lang="en" sz="1400">
                <a:solidFill>
                  <a:srgbClr val="000000"/>
                </a:solidFill>
                <a:latin typeface="Times New Roman"/>
                <a:ea typeface="Times New Roman"/>
                <a:cs typeface="Times New Roman"/>
                <a:sym typeface="Times New Roman"/>
              </a:rPr>
              <a:t>Our project is called "</a:t>
            </a:r>
            <a:r>
              <a:rPr b="1" lang="en" sz="1400">
                <a:solidFill>
                  <a:srgbClr val="000000"/>
                </a:solidFill>
                <a:latin typeface="Times New Roman"/>
                <a:ea typeface="Times New Roman"/>
                <a:cs typeface="Times New Roman"/>
                <a:sym typeface="Times New Roman"/>
              </a:rPr>
              <a:t>TREC Management System</a:t>
            </a:r>
            <a:r>
              <a:rPr lang="en" sz="1400">
                <a:solidFill>
                  <a:srgbClr val="000000"/>
                </a:solidFill>
                <a:latin typeface="Times New Roman"/>
                <a:ea typeface="Times New Roman"/>
                <a:cs typeface="Times New Roman"/>
                <a:sym typeface="Times New Roman"/>
              </a:rPr>
              <a:t>," and it will incorporate all things tread-related. We have a wealth of knowledge regarding the configurations and operations of our broker and dealer network. In addition, we need to add a lot of information, change it, and notify them of certain things for certain reasons. Thus, this “TREC Management System” will essentially facilitate our task by allowing us to obtain all the information in one location. </a:t>
            </a:r>
            <a:endParaRPr sz="14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a:latin typeface="Lobster"/>
                <a:ea typeface="Lobster"/>
                <a:cs typeface="Lobster"/>
                <a:sym typeface="Lobster"/>
              </a:rPr>
              <a:t>Modules</a:t>
            </a:r>
            <a:endParaRPr>
              <a:latin typeface="Lobster"/>
              <a:ea typeface="Lobster"/>
              <a:cs typeface="Lobster"/>
              <a:sym typeface="Lobster"/>
            </a:endParaRPr>
          </a:p>
        </p:txBody>
      </p:sp>
      <p:sp>
        <p:nvSpPr>
          <p:cNvPr id="290" name="Google Shape;290;p3"/>
          <p:cNvSpPr txBox="1"/>
          <p:nvPr>
            <p:ph idx="1" type="body"/>
          </p:nvPr>
        </p:nvSpPr>
        <p:spPr>
          <a:xfrm>
            <a:off x="1303800" y="1500175"/>
            <a:ext cx="7030500" cy="30315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sz="1400">
                <a:latin typeface="Times New Roman"/>
                <a:ea typeface="Times New Roman"/>
                <a:cs typeface="Times New Roman"/>
                <a:sym typeface="Times New Roman"/>
              </a:rPr>
              <a:t>In this system we have 8 modules. They are -</a:t>
            </a:r>
            <a:endParaRPr sz="1400">
              <a:latin typeface="Times New Roman"/>
              <a:ea typeface="Times New Roman"/>
              <a:cs typeface="Times New Roman"/>
              <a:sym typeface="Times New Roman"/>
            </a:endParaRPr>
          </a:p>
          <a:p>
            <a:pPr indent="-317500" lvl="0" marL="457200" rtl="0" algn="l">
              <a:lnSpc>
                <a:spcPct val="115000"/>
              </a:lnSpc>
              <a:spcBef>
                <a:spcPts val="1200"/>
              </a:spcBef>
              <a:spcAft>
                <a:spcPts val="0"/>
              </a:spcAft>
              <a:buSzPts val="1400"/>
              <a:buFont typeface="Times New Roman"/>
              <a:buAutoNum type="arabicPeriod"/>
            </a:pPr>
            <a:r>
              <a:rPr lang="en" sz="1400">
                <a:latin typeface="Times New Roman"/>
                <a:ea typeface="Times New Roman"/>
                <a:cs typeface="Times New Roman"/>
                <a:sym typeface="Times New Roman"/>
              </a:rPr>
              <a:t>TREC Management</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Broker Management</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Dealer Management</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TREC Personnel</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AR Management</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Office Management</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TMS Report</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Font typeface="Times New Roman"/>
              <a:buAutoNum type="arabicPeriod"/>
            </a:pPr>
            <a:r>
              <a:rPr lang="en" sz="1400">
                <a:latin typeface="Times New Roman"/>
                <a:ea typeface="Times New Roman"/>
                <a:cs typeface="Times New Roman"/>
                <a:sym typeface="Times New Roman"/>
              </a:rPr>
              <a:t>Workstations</a:t>
            </a:r>
            <a:endParaRPr/>
          </a:p>
          <a:p>
            <a:pPr indent="-311150" lvl="0" marL="457200" rtl="0" algn="l">
              <a:lnSpc>
                <a:spcPct val="115000"/>
              </a:lnSpc>
              <a:spcBef>
                <a:spcPts val="0"/>
              </a:spcBef>
              <a:spcAft>
                <a:spcPts val="0"/>
              </a:spcAft>
              <a:buSzPts val="1300"/>
              <a:buFont typeface="Times New Roman"/>
              <a:buAutoNum type="arabicPeriod"/>
            </a:pPr>
            <a:r>
              <a:rPr lang="en">
                <a:latin typeface="Times New Roman"/>
                <a:ea typeface="Times New Roman"/>
                <a:cs typeface="Times New Roman"/>
                <a:sym typeface="Times New Roman"/>
              </a:rPr>
              <a:t>Shareholder</a:t>
            </a:r>
            <a:r>
              <a:rPr lang="en">
                <a:latin typeface="Times New Roman"/>
                <a:ea typeface="Times New Roman"/>
                <a:cs typeface="Times New Roman"/>
                <a:sym typeface="Times New Roman"/>
              </a:rPr>
              <a:t> Management</a:t>
            </a:r>
            <a:endParaRPr>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rPr lang="en" sz="1400">
                <a:latin typeface="Times New Roman"/>
                <a:ea typeface="Times New Roman"/>
                <a:cs typeface="Times New Roman"/>
                <a:sym typeface="Times New Roman"/>
              </a:rPr>
              <a:t>These are the modules, in which we tries to collaborate all the tread related things.</a:t>
            </a:r>
            <a:endParaRPr sz="1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900">
                <a:latin typeface="Lobster"/>
                <a:ea typeface="Lobster"/>
                <a:cs typeface="Lobster"/>
                <a:sym typeface="Lobster"/>
              </a:rPr>
              <a:t>1.TREC Management</a:t>
            </a:r>
            <a:endParaRPr sz="2900">
              <a:latin typeface="Lobster"/>
              <a:ea typeface="Lobster"/>
              <a:cs typeface="Lobster"/>
              <a:sym typeface="Lobster"/>
            </a:endParaRPr>
          </a:p>
        </p:txBody>
      </p:sp>
      <p:sp>
        <p:nvSpPr>
          <p:cNvPr id="296" name="Google Shape;296;p4"/>
          <p:cNvSpPr txBox="1"/>
          <p:nvPr>
            <p:ph idx="1" type="body"/>
          </p:nvPr>
        </p:nvSpPr>
        <p:spPr>
          <a:xfrm>
            <a:off x="1303800" y="1448450"/>
            <a:ext cx="7030500" cy="30831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28571"/>
              <a:buNone/>
            </a:pPr>
            <a:r>
              <a:rPr lang="en" sz="1400">
                <a:latin typeface="Times New Roman"/>
                <a:ea typeface="Times New Roman"/>
                <a:cs typeface="Times New Roman"/>
                <a:sym typeface="Times New Roman"/>
              </a:rPr>
              <a:t>In the “TREC Management” module we have 6 sections. Now we will get to know these sections and their works.</a:t>
            </a:r>
            <a:endParaRPr sz="1400">
              <a:latin typeface="Times New Roman"/>
              <a:ea typeface="Times New Roman"/>
              <a:cs typeface="Times New Roman"/>
              <a:sym typeface="Times New Roman"/>
            </a:endParaRPr>
          </a:p>
          <a:p>
            <a:pPr indent="-304165" lvl="0" marL="457200" rtl="0" algn="l">
              <a:lnSpc>
                <a:spcPct val="115000"/>
              </a:lnSpc>
              <a:spcBef>
                <a:spcPts val="1200"/>
              </a:spcBef>
              <a:spcAft>
                <a:spcPts val="0"/>
              </a:spcAft>
              <a:buSzPct val="100000"/>
              <a:buFont typeface="Times New Roman"/>
              <a:buAutoNum type="arabicPeriod"/>
            </a:pPr>
            <a:r>
              <a:rPr lang="en" sz="1400">
                <a:latin typeface="Times New Roman"/>
                <a:ea typeface="Times New Roman"/>
                <a:cs typeface="Times New Roman"/>
                <a:sym typeface="Times New Roman"/>
              </a:rPr>
              <a:t>Duel TREC: A person/A company can have trec no both in DSE as well as in CSE. In these section, we can get these informations.</a:t>
            </a:r>
            <a:endParaRPr sz="1400">
              <a:latin typeface="Times New Roman"/>
              <a:ea typeface="Times New Roman"/>
              <a:cs typeface="Times New Roman"/>
              <a:sym typeface="Times New Roman"/>
            </a:endParaRPr>
          </a:p>
          <a:p>
            <a:pPr indent="-304165" lvl="0" marL="457200" rtl="0" algn="l">
              <a:lnSpc>
                <a:spcPct val="115000"/>
              </a:lnSpc>
              <a:spcBef>
                <a:spcPts val="0"/>
              </a:spcBef>
              <a:spcAft>
                <a:spcPts val="0"/>
              </a:spcAft>
              <a:buSzPct val="100000"/>
              <a:buFont typeface="Times New Roman"/>
              <a:buAutoNum type="arabicPeriod"/>
            </a:pPr>
            <a:r>
              <a:rPr lang="en" sz="1400">
                <a:latin typeface="Times New Roman"/>
                <a:ea typeface="Times New Roman"/>
                <a:cs typeface="Times New Roman"/>
                <a:sym typeface="Times New Roman"/>
              </a:rPr>
              <a:t>TREC Auditor: In this section, we can see the auditors of the trecs, we can add the auditor of a trec. We can also edit them if need.</a:t>
            </a:r>
            <a:endParaRPr sz="1400">
              <a:latin typeface="Times New Roman"/>
              <a:ea typeface="Times New Roman"/>
              <a:cs typeface="Times New Roman"/>
              <a:sym typeface="Times New Roman"/>
            </a:endParaRPr>
          </a:p>
          <a:p>
            <a:pPr indent="-304165" lvl="0" marL="457200" rtl="0" algn="l">
              <a:lnSpc>
                <a:spcPct val="115000"/>
              </a:lnSpc>
              <a:spcBef>
                <a:spcPts val="0"/>
              </a:spcBef>
              <a:spcAft>
                <a:spcPts val="0"/>
              </a:spcAft>
              <a:buSzPct val="100000"/>
              <a:buFont typeface="Times New Roman"/>
              <a:buAutoNum type="arabicPeriod"/>
            </a:pPr>
            <a:r>
              <a:rPr lang="en" sz="1400">
                <a:latin typeface="Times New Roman"/>
                <a:ea typeface="Times New Roman"/>
                <a:cs typeface="Times New Roman"/>
                <a:sym typeface="Times New Roman"/>
              </a:rPr>
              <a:t>TREC Capital: In this section, we can know the capital information of a TREC. We can add the details of the capital of a TREC and we can also edit them.</a:t>
            </a:r>
            <a:endParaRPr sz="1400">
              <a:latin typeface="Times New Roman"/>
              <a:ea typeface="Times New Roman"/>
              <a:cs typeface="Times New Roman"/>
              <a:sym typeface="Times New Roman"/>
            </a:endParaRPr>
          </a:p>
          <a:p>
            <a:pPr indent="-304165" lvl="0" marL="457200" rtl="0" algn="l">
              <a:lnSpc>
                <a:spcPct val="115000"/>
              </a:lnSpc>
              <a:spcBef>
                <a:spcPts val="0"/>
              </a:spcBef>
              <a:spcAft>
                <a:spcPts val="0"/>
              </a:spcAft>
              <a:buSzPct val="100000"/>
              <a:buFont typeface="Times New Roman"/>
              <a:buAutoNum type="arabicPeriod"/>
            </a:pPr>
            <a:r>
              <a:rPr lang="en" sz="1400">
                <a:latin typeface="Times New Roman"/>
                <a:ea typeface="Times New Roman"/>
                <a:cs typeface="Times New Roman"/>
                <a:sym typeface="Times New Roman"/>
              </a:rPr>
              <a:t>TREC Document: A trec can have various types of documents. In this section, we can see their documents, can add the document and also edit them.</a:t>
            </a:r>
            <a:endParaRPr sz="1400">
              <a:latin typeface="Times New Roman"/>
              <a:ea typeface="Times New Roman"/>
              <a:cs typeface="Times New Roman"/>
              <a:sym typeface="Times New Roman"/>
            </a:endParaRPr>
          </a:p>
          <a:p>
            <a:pPr indent="-304165" lvl="0" marL="457200" rtl="0" algn="l">
              <a:lnSpc>
                <a:spcPct val="115000"/>
              </a:lnSpc>
              <a:spcBef>
                <a:spcPts val="0"/>
              </a:spcBef>
              <a:spcAft>
                <a:spcPts val="0"/>
              </a:spcAft>
              <a:buSzPct val="100000"/>
              <a:buFont typeface="Times New Roman"/>
              <a:buAutoNum type="arabicPeriod"/>
            </a:pPr>
            <a:r>
              <a:rPr lang="en" sz="1400">
                <a:latin typeface="Times New Roman"/>
                <a:ea typeface="Times New Roman"/>
                <a:cs typeface="Times New Roman"/>
                <a:sym typeface="Times New Roman"/>
              </a:rPr>
              <a:t>TREC List: TREC list is the most important part of this whole system. In this section, we can add the trec information, we can see the existed trec list and we can also change the information of an existed trec.</a:t>
            </a:r>
            <a:endParaRPr sz="1400">
              <a:latin typeface="Times New Roman"/>
              <a:ea typeface="Times New Roman"/>
              <a:cs typeface="Times New Roman"/>
              <a:sym typeface="Times New Roman"/>
            </a:endParaRPr>
          </a:p>
          <a:p>
            <a:pPr indent="-304165" lvl="0" marL="457200" rtl="0" algn="l">
              <a:lnSpc>
                <a:spcPct val="115000"/>
              </a:lnSpc>
              <a:spcBef>
                <a:spcPts val="0"/>
              </a:spcBef>
              <a:spcAft>
                <a:spcPts val="0"/>
              </a:spcAft>
              <a:buSzPct val="100000"/>
              <a:buFont typeface="Times New Roman"/>
              <a:buAutoNum type="arabicPeriod"/>
            </a:pPr>
            <a:r>
              <a:rPr lang="en" sz="1400">
                <a:latin typeface="Times New Roman"/>
                <a:ea typeface="Times New Roman"/>
                <a:cs typeface="Times New Roman"/>
                <a:sym typeface="Times New Roman"/>
              </a:rPr>
              <a:t>TREC Parent Company: Every TREC has a parent company. In this section, we can get to know the parent company of a trec, we can add the parent company and we can also edit them if necessary. </a:t>
            </a:r>
            <a:endParaRPr sz="1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900">
                <a:latin typeface="Lobster"/>
                <a:ea typeface="Lobster"/>
                <a:cs typeface="Lobster"/>
                <a:sym typeface="Lobster"/>
              </a:rPr>
              <a:t>2.Broker Management</a:t>
            </a:r>
            <a:endParaRPr sz="2900">
              <a:latin typeface="Lobster"/>
              <a:ea typeface="Lobster"/>
              <a:cs typeface="Lobster"/>
              <a:sym typeface="Lobster"/>
            </a:endParaRPr>
          </a:p>
        </p:txBody>
      </p:sp>
      <p:sp>
        <p:nvSpPr>
          <p:cNvPr id="302" name="Google Shape;302;p5"/>
          <p:cNvSpPr txBox="1"/>
          <p:nvPr>
            <p:ph idx="1" type="body"/>
          </p:nvPr>
        </p:nvSpPr>
        <p:spPr>
          <a:xfrm>
            <a:off x="1303800" y="1670150"/>
            <a:ext cx="7030500" cy="2861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500">
                <a:latin typeface="Times New Roman"/>
                <a:ea typeface="Times New Roman"/>
                <a:cs typeface="Times New Roman"/>
                <a:sym typeface="Times New Roman"/>
              </a:rPr>
              <a:t>In this module we have 2 section. They are-</a:t>
            </a:r>
            <a:endParaRPr sz="1500">
              <a:latin typeface="Times New Roman"/>
              <a:ea typeface="Times New Roman"/>
              <a:cs typeface="Times New Roman"/>
              <a:sym typeface="Times New Roman"/>
            </a:endParaRPr>
          </a:p>
          <a:p>
            <a:pPr indent="-323850" lvl="0" marL="457200" rtl="0" algn="l">
              <a:lnSpc>
                <a:spcPct val="115000"/>
              </a:lnSpc>
              <a:spcBef>
                <a:spcPts val="1200"/>
              </a:spcBef>
              <a:spcAft>
                <a:spcPts val="0"/>
              </a:spcAft>
              <a:buSzPts val="1500"/>
              <a:buFont typeface="Times New Roman"/>
              <a:buAutoNum type="arabicPeriod"/>
            </a:pPr>
            <a:r>
              <a:rPr lang="en" sz="1500">
                <a:latin typeface="Times New Roman"/>
                <a:ea typeface="Times New Roman"/>
                <a:cs typeface="Times New Roman"/>
                <a:sym typeface="Times New Roman"/>
              </a:rPr>
              <a:t>Broker License: In this section, we can get to know which trec is broker and which trec is not. We also add a trec to the broker list and edit the information if needed. </a:t>
            </a:r>
            <a:endParaRPr sz="1500">
              <a:latin typeface="Times New Roman"/>
              <a:ea typeface="Times New Roman"/>
              <a:cs typeface="Times New Roman"/>
              <a:sym typeface="Times New Roman"/>
            </a:endParaRPr>
          </a:p>
          <a:p>
            <a:pPr indent="-323850" lvl="0" marL="457200" rtl="0" algn="l">
              <a:lnSpc>
                <a:spcPct val="115000"/>
              </a:lnSpc>
              <a:spcBef>
                <a:spcPts val="0"/>
              </a:spcBef>
              <a:spcAft>
                <a:spcPts val="0"/>
              </a:spcAft>
              <a:buSzPts val="1500"/>
              <a:buFont typeface="Times New Roman"/>
              <a:buAutoNum type="arabicPeriod"/>
            </a:pPr>
            <a:r>
              <a:rPr lang="en" sz="1500">
                <a:latin typeface="Times New Roman"/>
                <a:ea typeface="Times New Roman"/>
                <a:cs typeface="Times New Roman"/>
                <a:sym typeface="Times New Roman"/>
              </a:rPr>
              <a:t>Broker Expiry Reminder: In this section, we will get to know that which trec broker license will expire in 30 days, 60 days and 90 days. </a:t>
            </a:r>
            <a:endParaRPr sz="15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500">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sz="15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6"/>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900">
                <a:latin typeface="Lobster"/>
                <a:ea typeface="Lobster"/>
                <a:cs typeface="Lobster"/>
                <a:sym typeface="Lobster"/>
              </a:rPr>
              <a:t>3. Dealer Management</a:t>
            </a:r>
            <a:endParaRPr sz="2900">
              <a:latin typeface="Lobster"/>
              <a:ea typeface="Lobster"/>
              <a:cs typeface="Lobster"/>
              <a:sym typeface="Lobster"/>
            </a:endParaRPr>
          </a:p>
        </p:txBody>
      </p:sp>
      <p:sp>
        <p:nvSpPr>
          <p:cNvPr id="308" name="Google Shape;308;p6"/>
          <p:cNvSpPr txBox="1"/>
          <p:nvPr>
            <p:ph idx="1" type="body"/>
          </p:nvPr>
        </p:nvSpPr>
        <p:spPr>
          <a:xfrm>
            <a:off x="1303800" y="1597875"/>
            <a:ext cx="7030500" cy="2933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500">
                <a:latin typeface="Times New Roman"/>
                <a:ea typeface="Times New Roman"/>
                <a:cs typeface="Times New Roman"/>
                <a:sym typeface="Times New Roman"/>
              </a:rPr>
              <a:t>In this module we have 2 section. They are-</a:t>
            </a:r>
            <a:endParaRPr sz="1500">
              <a:latin typeface="Times New Roman"/>
              <a:ea typeface="Times New Roman"/>
              <a:cs typeface="Times New Roman"/>
              <a:sym typeface="Times New Roman"/>
            </a:endParaRPr>
          </a:p>
          <a:p>
            <a:pPr indent="-323850" lvl="0" marL="457200" rtl="0" algn="l">
              <a:lnSpc>
                <a:spcPct val="115000"/>
              </a:lnSpc>
              <a:spcBef>
                <a:spcPts val="1200"/>
              </a:spcBef>
              <a:spcAft>
                <a:spcPts val="0"/>
              </a:spcAft>
              <a:buSzPts val="1500"/>
              <a:buFont typeface="Times New Roman"/>
              <a:buAutoNum type="arabicPeriod"/>
            </a:pPr>
            <a:r>
              <a:rPr lang="en" sz="1500">
                <a:latin typeface="Times New Roman"/>
                <a:ea typeface="Times New Roman"/>
                <a:cs typeface="Times New Roman"/>
                <a:sym typeface="Times New Roman"/>
              </a:rPr>
              <a:t>Dealer License: In this section, we can get to know which trec is dealer and which trec is not. We also add a trec to the dealer list and edit the information if needed. </a:t>
            </a:r>
            <a:endParaRPr sz="1500">
              <a:latin typeface="Times New Roman"/>
              <a:ea typeface="Times New Roman"/>
              <a:cs typeface="Times New Roman"/>
              <a:sym typeface="Times New Roman"/>
            </a:endParaRPr>
          </a:p>
          <a:p>
            <a:pPr indent="-323850" lvl="0" marL="457200" rtl="0" algn="l">
              <a:lnSpc>
                <a:spcPct val="115000"/>
              </a:lnSpc>
              <a:spcBef>
                <a:spcPts val="0"/>
              </a:spcBef>
              <a:spcAft>
                <a:spcPts val="0"/>
              </a:spcAft>
              <a:buSzPts val="1500"/>
              <a:buFont typeface="Times New Roman"/>
              <a:buAutoNum type="arabicPeriod"/>
            </a:pPr>
            <a:r>
              <a:rPr lang="en" sz="1500">
                <a:latin typeface="Times New Roman"/>
                <a:ea typeface="Times New Roman"/>
                <a:cs typeface="Times New Roman"/>
                <a:sym typeface="Times New Roman"/>
              </a:rPr>
              <a:t>Dealer Expiry Reminder: In this section, we will get to know that which trec dealer license will expire in 30 days, 60 days and 90 days. </a:t>
            </a:r>
            <a:endParaRPr sz="15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500">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7"/>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455"/>
              <a:buNone/>
            </a:pPr>
            <a:r>
              <a:rPr lang="en" sz="3222">
                <a:latin typeface="Lobster"/>
                <a:ea typeface="Lobster"/>
                <a:cs typeface="Lobster"/>
                <a:sym typeface="Lobster"/>
              </a:rPr>
              <a:t>4. TREC Personnel</a:t>
            </a:r>
            <a:endParaRPr sz="3222">
              <a:latin typeface="Lobster"/>
              <a:ea typeface="Lobster"/>
              <a:cs typeface="Lobster"/>
              <a:sym typeface="Lobster"/>
            </a:endParaRPr>
          </a:p>
          <a:p>
            <a:pPr indent="0" lvl="0" marL="0" rtl="0" algn="l">
              <a:lnSpc>
                <a:spcPct val="100000"/>
              </a:lnSpc>
              <a:spcBef>
                <a:spcPts val="0"/>
              </a:spcBef>
              <a:spcAft>
                <a:spcPts val="0"/>
              </a:spcAft>
              <a:buSzPct val="119047"/>
              <a:buNone/>
            </a:pPr>
            <a:r>
              <a:t/>
            </a:r>
            <a:endParaRPr/>
          </a:p>
        </p:txBody>
      </p:sp>
      <p:sp>
        <p:nvSpPr>
          <p:cNvPr id="314" name="Google Shape;314;p7"/>
          <p:cNvSpPr txBox="1"/>
          <p:nvPr>
            <p:ph idx="1" type="body"/>
          </p:nvPr>
        </p:nvSpPr>
        <p:spPr>
          <a:xfrm>
            <a:off x="1303800" y="1597875"/>
            <a:ext cx="7030500" cy="29337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800"/>
              <a:buNone/>
            </a:pPr>
            <a:r>
              <a:rPr lang="en" sz="1500">
                <a:latin typeface="Times New Roman"/>
                <a:ea typeface="Times New Roman"/>
                <a:cs typeface="Times New Roman"/>
                <a:sym typeface="Times New Roman"/>
              </a:rPr>
              <a:t>In it we have 5 sections. They are:</a:t>
            </a:r>
            <a:endParaRPr sz="1500">
              <a:latin typeface="Times New Roman"/>
              <a:ea typeface="Times New Roman"/>
              <a:cs typeface="Times New Roman"/>
              <a:sym typeface="Times New Roman"/>
            </a:endParaRPr>
          </a:p>
          <a:p>
            <a:pPr indent="-323850" lvl="0" marL="457200" rtl="0" algn="l">
              <a:lnSpc>
                <a:spcPct val="95000"/>
              </a:lnSpc>
              <a:spcBef>
                <a:spcPts val="1200"/>
              </a:spcBef>
              <a:spcAft>
                <a:spcPts val="0"/>
              </a:spcAft>
              <a:buSzPts val="1500"/>
              <a:buFont typeface="Times New Roman"/>
              <a:buAutoNum type="arabicPeriod"/>
            </a:pPr>
            <a:r>
              <a:rPr lang="en" sz="1500">
                <a:latin typeface="Times New Roman"/>
                <a:ea typeface="Times New Roman"/>
                <a:cs typeface="Times New Roman"/>
                <a:sym typeface="Times New Roman"/>
              </a:rPr>
              <a:t>Personnel List: In it we can see the persons of a trec. We can add the persons in a trec and we can also edit them.</a:t>
            </a:r>
            <a:endParaRPr sz="1500">
              <a:latin typeface="Times New Roman"/>
              <a:ea typeface="Times New Roman"/>
              <a:cs typeface="Times New Roman"/>
              <a:sym typeface="Times New Roman"/>
            </a:endParaRPr>
          </a:p>
          <a:p>
            <a:pPr indent="-323850" lvl="0" marL="457200" rtl="0" algn="l">
              <a:lnSpc>
                <a:spcPct val="95000"/>
              </a:lnSpc>
              <a:spcBef>
                <a:spcPts val="0"/>
              </a:spcBef>
              <a:spcAft>
                <a:spcPts val="0"/>
              </a:spcAft>
              <a:buSzPts val="1500"/>
              <a:buFont typeface="Times New Roman"/>
              <a:buAutoNum type="arabicPeriod"/>
            </a:pPr>
            <a:r>
              <a:rPr lang="en" sz="1500">
                <a:latin typeface="Times New Roman"/>
                <a:ea typeface="Times New Roman"/>
                <a:cs typeface="Times New Roman"/>
                <a:sym typeface="Times New Roman"/>
              </a:rPr>
              <a:t>Compliance Authorities: In this section, we can see the compliance authorities of the trecs. We can also add them and edit them.</a:t>
            </a:r>
            <a:endParaRPr sz="1500">
              <a:latin typeface="Times New Roman"/>
              <a:ea typeface="Times New Roman"/>
              <a:cs typeface="Times New Roman"/>
              <a:sym typeface="Times New Roman"/>
            </a:endParaRPr>
          </a:p>
          <a:p>
            <a:pPr indent="-323850" lvl="0" marL="457200" rtl="0" algn="l">
              <a:lnSpc>
                <a:spcPct val="95000"/>
              </a:lnSpc>
              <a:spcBef>
                <a:spcPts val="0"/>
              </a:spcBef>
              <a:spcAft>
                <a:spcPts val="0"/>
              </a:spcAft>
              <a:buSzPts val="1500"/>
              <a:buFont typeface="Times New Roman"/>
              <a:buAutoNum type="arabicPeriod"/>
            </a:pPr>
            <a:r>
              <a:rPr lang="en" sz="1500">
                <a:latin typeface="Times New Roman"/>
                <a:ea typeface="Times New Roman"/>
                <a:cs typeface="Times New Roman"/>
                <a:sym typeface="Times New Roman"/>
              </a:rPr>
              <a:t>Power of Attorneys: In this section, we can see the Power of Attorneys of the trecs. We can also add them and edit them.</a:t>
            </a:r>
            <a:endParaRPr sz="1500">
              <a:latin typeface="Times New Roman"/>
              <a:ea typeface="Times New Roman"/>
              <a:cs typeface="Times New Roman"/>
              <a:sym typeface="Times New Roman"/>
            </a:endParaRPr>
          </a:p>
          <a:p>
            <a:pPr indent="-323850" lvl="0" marL="457200" rtl="0" algn="l">
              <a:lnSpc>
                <a:spcPct val="95000"/>
              </a:lnSpc>
              <a:spcBef>
                <a:spcPts val="0"/>
              </a:spcBef>
              <a:spcAft>
                <a:spcPts val="0"/>
              </a:spcAft>
              <a:buSzPts val="1500"/>
              <a:buFont typeface="Times New Roman"/>
              <a:buAutoNum type="arabicPeriod"/>
            </a:pPr>
            <a:r>
              <a:rPr lang="en" sz="1500">
                <a:latin typeface="Times New Roman"/>
                <a:ea typeface="Times New Roman"/>
                <a:cs typeface="Times New Roman"/>
                <a:sym typeface="Times New Roman"/>
              </a:rPr>
              <a:t>TREC Camalco: In this we can see the camalco of the trecs. We can also add them and edit them.</a:t>
            </a:r>
            <a:endParaRPr sz="1500">
              <a:latin typeface="Times New Roman"/>
              <a:ea typeface="Times New Roman"/>
              <a:cs typeface="Times New Roman"/>
              <a:sym typeface="Times New Roman"/>
            </a:endParaRPr>
          </a:p>
          <a:p>
            <a:pPr indent="-323850" lvl="0" marL="457200" rtl="0" algn="l">
              <a:lnSpc>
                <a:spcPct val="95000"/>
              </a:lnSpc>
              <a:spcBef>
                <a:spcPts val="0"/>
              </a:spcBef>
              <a:spcAft>
                <a:spcPts val="0"/>
              </a:spcAft>
              <a:buSzPts val="1500"/>
              <a:buFont typeface="Times New Roman"/>
              <a:buAutoNum type="arabicPeriod"/>
            </a:pPr>
            <a:r>
              <a:rPr lang="en" sz="1500">
                <a:latin typeface="Times New Roman"/>
                <a:ea typeface="Times New Roman"/>
                <a:cs typeface="Times New Roman"/>
                <a:sym typeface="Times New Roman"/>
              </a:rPr>
              <a:t>TREC Holder Representative: In it we can see the TREC Holder Representative of the trecs. We can also add then and edit them. </a:t>
            </a:r>
            <a:endParaRPr sz="15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8"/>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900">
                <a:latin typeface="Lobster"/>
                <a:ea typeface="Lobster"/>
                <a:cs typeface="Lobster"/>
                <a:sym typeface="Lobster"/>
              </a:rPr>
              <a:t>5. AR Management</a:t>
            </a:r>
            <a:endParaRPr sz="2900">
              <a:latin typeface="Lobster"/>
              <a:ea typeface="Lobster"/>
              <a:cs typeface="Lobster"/>
              <a:sym typeface="Lobster"/>
            </a:endParaRPr>
          </a:p>
        </p:txBody>
      </p:sp>
      <p:sp>
        <p:nvSpPr>
          <p:cNvPr id="320" name="Google Shape;320;p8"/>
          <p:cNvSpPr txBox="1"/>
          <p:nvPr>
            <p:ph idx="1" type="body"/>
          </p:nvPr>
        </p:nvSpPr>
        <p:spPr>
          <a:xfrm>
            <a:off x="1303800" y="1597875"/>
            <a:ext cx="7030500" cy="2933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500">
                <a:latin typeface="Times New Roman"/>
                <a:ea typeface="Times New Roman"/>
                <a:cs typeface="Times New Roman"/>
                <a:sym typeface="Times New Roman"/>
              </a:rPr>
              <a:t>In this module we have 2 section. They are-</a:t>
            </a:r>
            <a:endParaRPr sz="1500">
              <a:latin typeface="Times New Roman"/>
              <a:ea typeface="Times New Roman"/>
              <a:cs typeface="Times New Roman"/>
              <a:sym typeface="Times New Roman"/>
            </a:endParaRPr>
          </a:p>
          <a:p>
            <a:pPr indent="-323850" lvl="0" marL="457200" rtl="0" algn="l">
              <a:lnSpc>
                <a:spcPct val="115000"/>
              </a:lnSpc>
              <a:spcBef>
                <a:spcPts val="1200"/>
              </a:spcBef>
              <a:spcAft>
                <a:spcPts val="0"/>
              </a:spcAft>
              <a:buSzPts val="1500"/>
              <a:buFont typeface="Times New Roman"/>
              <a:buAutoNum type="arabicPeriod"/>
            </a:pPr>
            <a:r>
              <a:rPr lang="en" sz="1500">
                <a:latin typeface="Times New Roman"/>
                <a:ea typeface="Times New Roman"/>
                <a:cs typeface="Times New Roman"/>
                <a:sym typeface="Times New Roman"/>
              </a:rPr>
              <a:t>Authorize Representative: In this section, we can get to know who is the authorized representative of the trec. We also add an AR for a TREC and edit the information if needed. </a:t>
            </a:r>
            <a:endParaRPr sz="1500">
              <a:latin typeface="Times New Roman"/>
              <a:ea typeface="Times New Roman"/>
              <a:cs typeface="Times New Roman"/>
              <a:sym typeface="Times New Roman"/>
            </a:endParaRPr>
          </a:p>
          <a:p>
            <a:pPr indent="-323850" lvl="0" marL="457200" rtl="0" algn="l">
              <a:lnSpc>
                <a:spcPct val="115000"/>
              </a:lnSpc>
              <a:spcBef>
                <a:spcPts val="0"/>
              </a:spcBef>
              <a:spcAft>
                <a:spcPts val="0"/>
              </a:spcAft>
              <a:buSzPts val="1500"/>
              <a:buFont typeface="Times New Roman"/>
              <a:buAutoNum type="arabicPeriod"/>
            </a:pPr>
            <a:r>
              <a:rPr lang="en" sz="1500">
                <a:latin typeface="Times New Roman"/>
                <a:ea typeface="Times New Roman"/>
                <a:cs typeface="Times New Roman"/>
                <a:sym typeface="Times New Roman"/>
              </a:rPr>
              <a:t>AR Expire Reminder: In this section, we will get to know that which AR license will expire in 30 days, 60 days and 90 days.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9"/>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900">
                <a:latin typeface="Lobster"/>
                <a:ea typeface="Lobster"/>
                <a:cs typeface="Lobster"/>
                <a:sym typeface="Lobster"/>
              </a:rPr>
              <a:t>6. Office Management</a:t>
            </a:r>
            <a:endParaRPr sz="2900">
              <a:latin typeface="Lobster"/>
              <a:ea typeface="Lobster"/>
              <a:cs typeface="Lobster"/>
              <a:sym typeface="Lobster"/>
            </a:endParaRPr>
          </a:p>
        </p:txBody>
      </p:sp>
      <p:sp>
        <p:nvSpPr>
          <p:cNvPr id="326" name="Google Shape;326;p9"/>
          <p:cNvSpPr txBox="1"/>
          <p:nvPr>
            <p:ph idx="1" type="body"/>
          </p:nvPr>
        </p:nvSpPr>
        <p:spPr>
          <a:xfrm>
            <a:off x="1303800" y="1597875"/>
            <a:ext cx="7030500" cy="2933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600">
                <a:latin typeface="Times New Roman"/>
                <a:ea typeface="Times New Roman"/>
                <a:cs typeface="Times New Roman"/>
                <a:sym typeface="Times New Roman"/>
              </a:rPr>
              <a:t>In it there are 2 sections. They are:</a:t>
            </a:r>
            <a:endParaRPr sz="1600">
              <a:latin typeface="Times New Roman"/>
              <a:ea typeface="Times New Roman"/>
              <a:cs typeface="Times New Roman"/>
              <a:sym typeface="Times New Roman"/>
            </a:endParaRPr>
          </a:p>
          <a:p>
            <a:pPr indent="-330200" lvl="0" marL="457200" rtl="0" algn="l">
              <a:lnSpc>
                <a:spcPct val="115000"/>
              </a:lnSpc>
              <a:spcBef>
                <a:spcPts val="1200"/>
              </a:spcBef>
              <a:spcAft>
                <a:spcPts val="0"/>
              </a:spcAft>
              <a:buSzPts val="1600"/>
              <a:buFont typeface="Times New Roman"/>
              <a:buAutoNum type="arabicPeriod"/>
            </a:pPr>
            <a:r>
              <a:rPr lang="en" sz="1600">
                <a:latin typeface="Times New Roman"/>
                <a:ea typeface="Times New Roman"/>
                <a:cs typeface="Times New Roman"/>
                <a:sym typeface="Times New Roman"/>
              </a:rPr>
              <a:t>TREC Office List: In this section we can see all the offices of a trec. We can also see the type of the offices, locations of the offices, incharge and compliance officer of the offices.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eriod"/>
            </a:pPr>
            <a:r>
              <a:rPr lang="en" sz="1600">
                <a:latin typeface="Times New Roman"/>
                <a:ea typeface="Times New Roman"/>
                <a:cs typeface="Times New Roman"/>
                <a:sym typeface="Times New Roman"/>
              </a:rPr>
              <a:t>TREC Office Network: In this section we can know the network system of the offices of a trec. We can also add them and edit them.</a:t>
            </a:r>
            <a:endParaRPr sz="16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0"/>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900">
                <a:latin typeface="Lobster"/>
                <a:ea typeface="Lobster"/>
                <a:cs typeface="Lobster"/>
                <a:sym typeface="Lobster"/>
              </a:rPr>
              <a:t>7. TMS Report</a:t>
            </a:r>
            <a:endParaRPr sz="2900">
              <a:latin typeface="Lobster"/>
              <a:ea typeface="Lobster"/>
              <a:cs typeface="Lobster"/>
              <a:sym typeface="Lobster"/>
            </a:endParaRPr>
          </a:p>
        </p:txBody>
      </p:sp>
      <p:sp>
        <p:nvSpPr>
          <p:cNvPr id="332" name="Google Shape;332;p10"/>
          <p:cNvSpPr txBox="1"/>
          <p:nvPr>
            <p:ph idx="1" type="body"/>
          </p:nvPr>
        </p:nvSpPr>
        <p:spPr>
          <a:xfrm>
            <a:off x="1303800" y="1514975"/>
            <a:ext cx="7030500" cy="3016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sz="1500">
                <a:latin typeface="Times New Roman"/>
                <a:ea typeface="Times New Roman"/>
                <a:cs typeface="Times New Roman"/>
                <a:sym typeface="Times New Roman"/>
              </a:rPr>
              <a:t>In this section we can see all the reports related to the trec. Such as: AR Renew report, AR Status change report, AR Search Report, Broker Renew Report, Broker Status Change Report, Dealer Renew Report, Dealer Status Change Report, Office Details Report, Office Search Report, Office Shift Report, Office Status Change Report, Office Type Change Report, TREC Code Change Report, TREC Status Change Report, TREC Name Change Report, Workstation AR Change Report, Workstation Office Change Report, Workstation Status Change Report, Workstation Search Report. </a:t>
            </a:r>
            <a:endParaRPr sz="15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1"/>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900">
                <a:latin typeface="Lobster"/>
                <a:ea typeface="Lobster"/>
                <a:cs typeface="Lobster"/>
                <a:sym typeface="Lobster"/>
              </a:rPr>
              <a:t>8. Workstations</a:t>
            </a:r>
            <a:endParaRPr sz="2900">
              <a:latin typeface="Lobster"/>
              <a:ea typeface="Lobster"/>
              <a:cs typeface="Lobster"/>
              <a:sym typeface="Lobster"/>
            </a:endParaRPr>
          </a:p>
        </p:txBody>
      </p:sp>
      <p:sp>
        <p:nvSpPr>
          <p:cNvPr id="338" name="Google Shape;338;p11"/>
          <p:cNvSpPr txBox="1"/>
          <p:nvPr>
            <p:ph idx="1" type="body"/>
          </p:nvPr>
        </p:nvSpPr>
        <p:spPr>
          <a:xfrm>
            <a:off x="1303800" y="1544525"/>
            <a:ext cx="7030500" cy="2987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latin typeface="Times New Roman"/>
                <a:ea typeface="Times New Roman"/>
                <a:cs typeface="Times New Roman"/>
                <a:sym typeface="Times New Roman"/>
              </a:rPr>
              <a:t>In this module we can see the workstations of a TREC. we can also see the AR of that workstations and can see weather this workstation is active or not. </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42" name="Shape 342"/>
        <p:cNvGrpSpPr/>
        <p:nvPr/>
      </p:nvGrpSpPr>
      <p:grpSpPr>
        <a:xfrm>
          <a:off x="0" y="0"/>
          <a:ext cx="0" cy="0"/>
          <a:chOff x="0" y="0"/>
          <a:chExt cx="0" cy="0"/>
        </a:xfrm>
      </p:grpSpPr>
      <p:sp>
        <p:nvSpPr>
          <p:cNvPr id="343" name="Google Shape;343;p12"/>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333"/>
              <a:buNone/>
            </a:pPr>
            <a:r>
              <a:t/>
            </a:r>
            <a:endParaRPr/>
          </a:p>
        </p:txBody>
      </p:sp>
      <p:sp>
        <p:nvSpPr>
          <p:cNvPr id="344" name="Google Shape;344;p12"/>
          <p:cNvSpPr txBox="1"/>
          <p:nvPr>
            <p:ph idx="1" type="body"/>
          </p:nvPr>
        </p:nvSpPr>
        <p:spPr>
          <a:xfrm>
            <a:off x="1303800" y="1990050"/>
            <a:ext cx="7030500" cy="2541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345" name="Google Shape;345;p12"/>
          <p:cNvPicPr preferRelativeResize="0"/>
          <p:nvPr/>
        </p:nvPicPr>
        <p:blipFill rotWithShape="1">
          <a:blip r:embed="rId3">
            <a:alphaModFix/>
          </a:blip>
          <a:srcRect b="0" l="0" r="0" t="0"/>
          <a:stretch/>
        </p:blipFill>
        <p:spPr>
          <a:xfrm>
            <a:off x="443400" y="410000"/>
            <a:ext cx="8225175" cy="4158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